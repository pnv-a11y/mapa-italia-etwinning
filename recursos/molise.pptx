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70" d="100"/>
          <a:sy n="70" d="100"/>
        </p:scale>
        <p:origin x="-1810" y="-341"/>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bg>
      <p:bgRef idx="1002">
        <a:schemeClr val="bg2"/>
      </p:bgRef>
    </p:bg>
    <p:spTree>
      <p:nvGrpSpPr>
        <p:cNvPr id="1" name=""/>
        <p:cNvGrpSpPr/>
        <p:nvPr/>
      </p:nvGrpSpPr>
      <p:grpSpPr>
        <a:xfrm>
          <a:off x="0" y="0"/>
          <a:ext cx="0" cy="0"/>
          <a:chOff x="0" y="0"/>
          <a:chExt cx="0" cy="0"/>
        </a:xfrm>
      </p:grpSpPr>
      <p:sp>
        <p:nvSpPr>
          <p:cNvPr id="7" name="Figura a mano libera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igura a mano libera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olo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it-IT" smtClean="0"/>
              <a:t>Fare clic per modificare lo stile del titolo</a:t>
            </a:r>
            <a:endParaRPr kumimoji="0" lang="en-US"/>
          </a:p>
        </p:txBody>
      </p:sp>
      <p:sp>
        <p:nvSpPr>
          <p:cNvPr id="17" name="Sottotitolo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it-IT" smtClean="0"/>
              <a:t>Fare clic per modificare lo stile del sottotitolo dello schema</a:t>
            </a:r>
            <a:endParaRPr kumimoji="0" lang="en-US"/>
          </a:p>
        </p:txBody>
      </p:sp>
      <p:sp>
        <p:nvSpPr>
          <p:cNvPr id="30" name="Segnaposto data 29"/>
          <p:cNvSpPr>
            <a:spLocks noGrp="1"/>
          </p:cNvSpPr>
          <p:nvPr>
            <p:ph type="dt" sz="half" idx="10"/>
          </p:nvPr>
        </p:nvSpPr>
        <p:spPr/>
        <p:txBody>
          <a:bodyPr/>
          <a:lstStyle/>
          <a:p>
            <a:fld id="{35578029-FDC0-4B50-9696-0DB0B2EDC4F2}" type="datetimeFigureOut">
              <a:rPr lang="it-IT" smtClean="0"/>
              <a:t>15/03/2026</a:t>
            </a:fld>
            <a:endParaRPr lang="it-IT"/>
          </a:p>
        </p:txBody>
      </p:sp>
      <p:sp>
        <p:nvSpPr>
          <p:cNvPr id="19" name="Segnaposto piè di pagina 18"/>
          <p:cNvSpPr>
            <a:spLocks noGrp="1"/>
          </p:cNvSpPr>
          <p:nvPr>
            <p:ph type="ftr" sz="quarter" idx="11"/>
          </p:nvPr>
        </p:nvSpPr>
        <p:spPr/>
        <p:txBody>
          <a:bodyPr/>
          <a:lstStyle/>
          <a:p>
            <a:endParaRPr lang="it-IT"/>
          </a:p>
        </p:txBody>
      </p:sp>
      <p:sp>
        <p:nvSpPr>
          <p:cNvPr id="27" name="Segnaposto numero diapositiva 26"/>
          <p:cNvSpPr>
            <a:spLocks noGrp="1"/>
          </p:cNvSpPr>
          <p:nvPr>
            <p:ph type="sldNum" sz="quarter" idx="12"/>
          </p:nvPr>
        </p:nvSpPr>
        <p:spPr/>
        <p:txBody>
          <a:bodyPr/>
          <a:lstStyle/>
          <a:p>
            <a:fld id="{7368EDB4-620D-44DE-9566-A7CCC48454F1}" type="slidenum">
              <a:rPr lang="it-IT" smtClean="0"/>
              <a:t>‹N›</a:t>
            </a:fld>
            <a:endParaRPr lang="it-IT"/>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lgn="l">
              <a:defRPr/>
            </a:lvl1pPr>
          </a:lstStyle>
          <a:p>
            <a:r>
              <a:rPr kumimoji="0" lang="it-IT" smtClean="0"/>
              <a:t>Fare clic per modificare lo stile del titolo</a:t>
            </a:r>
            <a:endParaRPr kumimoji="0" lang="en-US"/>
          </a:p>
        </p:txBody>
      </p:sp>
      <p:sp>
        <p:nvSpPr>
          <p:cNvPr id="3" name="Segnaposto contenuto 2"/>
          <p:cNvSpPr>
            <a:spLocks noGrp="1"/>
          </p:cNvSpPr>
          <p:nvPr>
            <p:ph idx="1"/>
          </p:nvPr>
        </p:nvSpPr>
        <p:spPr/>
        <p:txBody>
          <a:bodyPr/>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4" name="Segnaposto data 3"/>
          <p:cNvSpPr>
            <a:spLocks noGrp="1"/>
          </p:cNvSpPr>
          <p:nvPr>
            <p:ph type="dt" sz="half" idx="10"/>
          </p:nvPr>
        </p:nvSpPr>
        <p:spPr/>
        <p:txBody>
          <a:bodyPr/>
          <a:lstStyle/>
          <a:p>
            <a:fld id="{35578029-FDC0-4B50-9696-0DB0B2EDC4F2}" type="datetimeFigureOut">
              <a:rPr lang="it-IT" smtClean="0"/>
              <a:t>15/03/2026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368EDB4-620D-44DE-9566-A7CCC48454F1}" type="slidenum">
              <a:rPr lang="it-IT" smtClean="0"/>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bg>
      <p:bgRef idx="1002">
        <a:schemeClr val="bg2"/>
      </p:bgRef>
    </p:bg>
    <p:spTree>
      <p:nvGrpSpPr>
        <p:cNvPr id="1" name=""/>
        <p:cNvGrpSpPr/>
        <p:nvPr/>
      </p:nvGrpSpPr>
      <p:grpSpPr>
        <a:xfrm>
          <a:off x="0" y="0"/>
          <a:ext cx="0" cy="0"/>
          <a:chOff x="0" y="0"/>
          <a:chExt cx="0" cy="0"/>
        </a:xfrm>
      </p:grpSpPr>
      <p:sp>
        <p:nvSpPr>
          <p:cNvPr id="7" name="Figura a mano libera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igura a mano libera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olo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it-IT" smtClean="0"/>
              <a:t>Fare clic per modificare lo stile del titolo</a:t>
            </a:r>
            <a:endParaRPr kumimoji="0" lang="en-US"/>
          </a:p>
        </p:txBody>
      </p:sp>
      <p:sp>
        <p:nvSpPr>
          <p:cNvPr id="3" name="Segnaposto testo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it-IT" smtClean="0"/>
              <a:t>Fare clic per modificare stili del testo dello schema</a:t>
            </a:r>
          </a:p>
        </p:txBody>
      </p:sp>
      <p:sp>
        <p:nvSpPr>
          <p:cNvPr id="4" name="Segnaposto data 3"/>
          <p:cNvSpPr>
            <a:spLocks noGrp="1"/>
          </p:cNvSpPr>
          <p:nvPr>
            <p:ph type="dt" sz="half" idx="10"/>
          </p:nvPr>
        </p:nvSpPr>
        <p:spPr/>
        <p:txBody>
          <a:bodyPr/>
          <a:lstStyle/>
          <a:p>
            <a:fld id="{35578029-FDC0-4B50-9696-0DB0B2EDC4F2}" type="datetimeFigureOut">
              <a:rPr lang="it-IT" smtClean="0"/>
              <a:t>15/03/2026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368EDB4-620D-44DE-9566-A7CCC48454F1}" type="slidenum">
              <a:rPr lang="it-IT" smtClean="0"/>
              <a:t>‹N›</a:t>
            </a:fld>
            <a:endParaRPr lang="it-IT"/>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7467600" cy="1143000"/>
          </a:xfrm>
        </p:spPr>
        <p:txBody>
          <a:bodyPr/>
          <a:lstStyle/>
          <a:p>
            <a:r>
              <a:rPr kumimoji="0" lang="it-IT" smtClean="0"/>
              <a:t>Fare clic per modificare lo stile del titolo</a:t>
            </a:r>
            <a:endParaRPr kumimoji="0" lang="en-US"/>
          </a:p>
        </p:txBody>
      </p:sp>
      <p:sp>
        <p:nvSpPr>
          <p:cNvPr id="3" name="Segnaposto contenuto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4" name="Segnaposto contenuto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5" name="Segnaposto data 4"/>
          <p:cNvSpPr>
            <a:spLocks noGrp="1"/>
          </p:cNvSpPr>
          <p:nvPr>
            <p:ph type="dt" sz="half" idx="10"/>
          </p:nvPr>
        </p:nvSpPr>
        <p:spPr/>
        <p:txBody>
          <a:bodyPr/>
          <a:lstStyle/>
          <a:p>
            <a:fld id="{35578029-FDC0-4B50-9696-0DB0B2EDC4F2}" type="datetimeFigureOut">
              <a:rPr lang="it-IT" smtClean="0"/>
              <a:t>15/03/2026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7368EDB4-620D-44DE-9566-A7CCC48454F1}" type="slidenum">
              <a:rPr lang="it-IT" smtClean="0"/>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8229600" cy="1143000"/>
          </a:xfrm>
        </p:spPr>
        <p:txBody>
          <a:bodyPr anchor="ctr"/>
          <a:lstStyle>
            <a:lvl1pPr>
              <a:defRPr/>
            </a:lvl1pPr>
          </a:lstStyle>
          <a:p>
            <a:r>
              <a:rPr kumimoji="0" lang="it-IT" smtClean="0"/>
              <a:t>Fare clic per modificare lo stile del titolo</a:t>
            </a:r>
            <a:endParaRPr kumimoji="0" lang="en-US"/>
          </a:p>
        </p:txBody>
      </p:sp>
      <p:sp>
        <p:nvSpPr>
          <p:cNvPr id="3" name="Segnaposto testo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it-IT" smtClean="0"/>
              <a:t>Fare clic per modificare stili del testo dello schema</a:t>
            </a:r>
          </a:p>
        </p:txBody>
      </p:sp>
      <p:sp>
        <p:nvSpPr>
          <p:cNvPr id="4" name="Segnaposto testo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it-IT" smtClean="0"/>
              <a:t>Fare clic per modificare stili del testo dello schema</a:t>
            </a:r>
          </a:p>
        </p:txBody>
      </p:sp>
      <p:sp>
        <p:nvSpPr>
          <p:cNvPr id="5" name="Segnaposto contenuto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6" name="Segnaposto contenuto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7" name="Segnaposto data 6"/>
          <p:cNvSpPr>
            <a:spLocks noGrp="1"/>
          </p:cNvSpPr>
          <p:nvPr>
            <p:ph type="dt" sz="half" idx="10"/>
          </p:nvPr>
        </p:nvSpPr>
        <p:spPr/>
        <p:txBody>
          <a:bodyPr/>
          <a:lstStyle/>
          <a:p>
            <a:fld id="{35578029-FDC0-4B50-9696-0DB0B2EDC4F2}" type="datetimeFigureOut">
              <a:rPr lang="it-IT" smtClean="0"/>
              <a:t>15/03/2026</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7368EDB4-620D-44DE-9566-A7CCC48454F1}" type="slidenum">
              <a:rPr lang="it-IT" smtClean="0"/>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320"/>
            <a:ext cx="7470648" cy="1143000"/>
          </a:xfrm>
        </p:spPr>
        <p:txBody>
          <a:bodyPr anchor="ctr"/>
          <a:lstStyle>
            <a:lvl1pPr algn="l">
              <a:defRPr sz="4600"/>
            </a:lvl1pPr>
          </a:lstStyle>
          <a:p>
            <a:r>
              <a:rPr kumimoji="0" lang="it-IT" smtClean="0"/>
              <a:t>Fare clic per modificare lo stile del titolo</a:t>
            </a:r>
            <a:endParaRPr kumimoji="0" lang="en-US"/>
          </a:p>
        </p:txBody>
      </p:sp>
      <p:sp>
        <p:nvSpPr>
          <p:cNvPr id="7" name="Segnaposto data 6"/>
          <p:cNvSpPr>
            <a:spLocks noGrp="1"/>
          </p:cNvSpPr>
          <p:nvPr>
            <p:ph type="dt" sz="half" idx="10"/>
          </p:nvPr>
        </p:nvSpPr>
        <p:spPr/>
        <p:txBody>
          <a:bodyPr/>
          <a:lstStyle/>
          <a:p>
            <a:fld id="{35578029-FDC0-4B50-9696-0DB0B2EDC4F2}" type="datetimeFigureOut">
              <a:rPr lang="it-IT" smtClean="0"/>
              <a:t>15/03/2026</a:t>
            </a:fld>
            <a:endParaRPr lang="it-IT"/>
          </a:p>
        </p:txBody>
      </p:sp>
      <p:sp>
        <p:nvSpPr>
          <p:cNvPr id="8" name="Segnaposto numero diapositiva 7"/>
          <p:cNvSpPr>
            <a:spLocks noGrp="1"/>
          </p:cNvSpPr>
          <p:nvPr>
            <p:ph type="sldNum" sz="quarter" idx="11"/>
          </p:nvPr>
        </p:nvSpPr>
        <p:spPr/>
        <p:txBody>
          <a:bodyPr/>
          <a:lstStyle/>
          <a:p>
            <a:fld id="{7368EDB4-620D-44DE-9566-A7CCC48454F1}" type="slidenum">
              <a:rPr lang="it-IT" smtClean="0"/>
              <a:t>‹N›</a:t>
            </a:fld>
            <a:endParaRPr lang="it-IT"/>
          </a:p>
        </p:txBody>
      </p:sp>
      <p:sp>
        <p:nvSpPr>
          <p:cNvPr id="9" name="Segnaposto piè di pagina 8"/>
          <p:cNvSpPr>
            <a:spLocks noGrp="1"/>
          </p:cNvSpPr>
          <p:nvPr>
            <p:ph type="ftr" sz="quarter" idx="12"/>
          </p:nvPr>
        </p:nvSpPr>
        <p:spPr/>
        <p:txBody>
          <a:bodyPr/>
          <a:lstStyle/>
          <a:p>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35578029-FDC0-4B50-9696-0DB0B2EDC4F2}" type="datetimeFigureOut">
              <a:rPr lang="it-IT" smtClean="0"/>
              <a:t>15/03/2026</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7368EDB4-620D-44DE-9566-A7CCC48454F1}" type="slidenum">
              <a:rPr lang="it-IT" smtClean="0"/>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it-IT" smtClean="0"/>
              <a:t>Fare clic per modificare lo stile del titolo</a:t>
            </a:r>
            <a:endParaRPr kumimoji="0" lang="en-US"/>
          </a:p>
        </p:txBody>
      </p:sp>
      <p:sp>
        <p:nvSpPr>
          <p:cNvPr id="3" name="Segnaposto testo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it-IT" smtClean="0"/>
              <a:t>Fare clic per modificare stili del testo dello schema</a:t>
            </a:r>
          </a:p>
        </p:txBody>
      </p:sp>
      <p:sp>
        <p:nvSpPr>
          <p:cNvPr id="4" name="Segnaposto contenuto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5" name="Segnaposto data 4"/>
          <p:cNvSpPr>
            <a:spLocks noGrp="1"/>
          </p:cNvSpPr>
          <p:nvPr>
            <p:ph type="dt" sz="half" idx="10"/>
          </p:nvPr>
        </p:nvSpPr>
        <p:spPr/>
        <p:txBody>
          <a:bodyPr/>
          <a:lstStyle/>
          <a:p>
            <a:fld id="{35578029-FDC0-4B50-9696-0DB0B2EDC4F2}" type="datetimeFigureOut">
              <a:rPr lang="it-IT" smtClean="0"/>
              <a:t>15/03/2026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a:xfrm>
            <a:off x="8156448" y="6422064"/>
            <a:ext cx="762000" cy="365125"/>
          </a:xfrm>
        </p:spPr>
        <p:txBody>
          <a:bodyPr/>
          <a:lstStyle/>
          <a:p>
            <a:fld id="{7368EDB4-620D-44DE-9566-A7CCC48454F1}" type="slidenum">
              <a:rPr lang="it-IT" smtClean="0"/>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it-IT" smtClean="0"/>
              <a:t>Fare clic per modificare lo stile del titolo</a:t>
            </a:r>
            <a:endParaRPr kumimoji="0" lang="en-US"/>
          </a:p>
        </p:txBody>
      </p:sp>
      <p:sp>
        <p:nvSpPr>
          <p:cNvPr id="3" name="Segnaposto immagin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it-IT" smtClean="0"/>
              <a:t>Fare clic sull'icona per inserire un'immagine</a:t>
            </a:r>
            <a:endParaRPr kumimoji="0" lang="en-US" dirty="0"/>
          </a:p>
        </p:txBody>
      </p:sp>
      <p:sp>
        <p:nvSpPr>
          <p:cNvPr id="4" name="Segnaposto testo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it-IT" smtClean="0"/>
              <a:t>Fare clic per modificare stili del testo dello schema</a:t>
            </a:r>
          </a:p>
        </p:txBody>
      </p:sp>
      <p:sp>
        <p:nvSpPr>
          <p:cNvPr id="5" name="Segnaposto data 4"/>
          <p:cNvSpPr>
            <a:spLocks noGrp="1"/>
          </p:cNvSpPr>
          <p:nvPr>
            <p:ph type="dt" sz="half" idx="10"/>
          </p:nvPr>
        </p:nvSpPr>
        <p:spPr>
          <a:xfrm>
            <a:off x="457200" y="6422064"/>
            <a:ext cx="2133600" cy="365125"/>
          </a:xfrm>
        </p:spPr>
        <p:txBody>
          <a:bodyPr/>
          <a:lstStyle/>
          <a:p>
            <a:fld id="{35578029-FDC0-4B50-9696-0DB0B2EDC4F2}" type="datetimeFigureOut">
              <a:rPr lang="it-IT" smtClean="0"/>
              <a:t>15/03/2026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7368EDB4-620D-44DE-9566-A7CCC48454F1}" type="slidenum">
              <a:rPr lang="it-IT" smtClean="0"/>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kumimoji="0" lang="it-IT" smtClean="0"/>
              <a:t>Fare clic per modificare lo stile del titolo</a:t>
            </a:r>
            <a:endParaRPr kumimoji="0" lang="en-US"/>
          </a:p>
        </p:txBody>
      </p:sp>
      <p:sp>
        <p:nvSpPr>
          <p:cNvPr id="3" name="Segnaposto testo verticale 2"/>
          <p:cNvSpPr>
            <a:spLocks noGrp="1"/>
          </p:cNvSpPr>
          <p:nvPr>
            <p:ph type="body" orient="vert" idx="1"/>
          </p:nvPr>
        </p:nvSpPr>
        <p:spPr/>
        <p:txBody>
          <a:bodyPr vert="eaVer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4" name="Segnaposto data 3"/>
          <p:cNvSpPr>
            <a:spLocks noGrp="1"/>
          </p:cNvSpPr>
          <p:nvPr>
            <p:ph type="dt" sz="half" idx="10"/>
          </p:nvPr>
        </p:nvSpPr>
        <p:spPr/>
        <p:txBody>
          <a:bodyPr/>
          <a:lstStyle/>
          <a:p>
            <a:fld id="{35578029-FDC0-4B50-9696-0DB0B2EDC4F2}" type="datetimeFigureOut">
              <a:rPr lang="it-IT" smtClean="0"/>
              <a:t>15/03/2026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368EDB4-620D-44DE-9566-A7CCC48454F1}" type="slidenum">
              <a:rPr lang="it-IT" smtClean="0"/>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kumimoji="0" lang="it-IT" smtClean="0"/>
              <a:t>Fare clic per modificare lo stile del titolo</a:t>
            </a:r>
            <a:endParaRPr kumimoji="0" lang="en-US"/>
          </a:p>
        </p:txBody>
      </p:sp>
      <p:sp>
        <p:nvSpPr>
          <p:cNvPr id="3" name="Segnaposto testo verticale 2"/>
          <p:cNvSpPr>
            <a:spLocks noGrp="1"/>
          </p:cNvSpPr>
          <p:nvPr>
            <p:ph type="body" orient="vert" idx="1"/>
          </p:nvPr>
        </p:nvSpPr>
        <p:spPr>
          <a:xfrm>
            <a:off x="457200" y="274638"/>
            <a:ext cx="6019800" cy="5851525"/>
          </a:xfrm>
        </p:spPr>
        <p:txBody>
          <a:bodyPr vert="eaVer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4" name="Segnaposto data 3"/>
          <p:cNvSpPr>
            <a:spLocks noGrp="1"/>
          </p:cNvSpPr>
          <p:nvPr>
            <p:ph type="dt" sz="half" idx="10"/>
          </p:nvPr>
        </p:nvSpPr>
        <p:spPr/>
        <p:txBody>
          <a:bodyPr/>
          <a:lstStyle/>
          <a:p>
            <a:fld id="{35578029-FDC0-4B50-9696-0DB0B2EDC4F2}" type="datetimeFigureOut">
              <a:rPr lang="it-IT" smtClean="0"/>
              <a:t>15/03/2026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368EDB4-620D-44DE-9566-A7CCC48454F1}" type="slidenum">
              <a:rPr lang="it-IT" smtClean="0"/>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igura a mano libera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igura a mano libera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Segnaposto titolo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it-IT" smtClean="0"/>
              <a:t>Fare clic per modificare lo stile del titolo</a:t>
            </a:r>
            <a:endParaRPr kumimoji="0" lang="en-US"/>
          </a:p>
        </p:txBody>
      </p:sp>
      <p:sp>
        <p:nvSpPr>
          <p:cNvPr id="30" name="Segnaposto testo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it-IT" smtClean="0"/>
              <a:t>Fare clic per modificare stili del testo dello schema</a:t>
            </a:r>
          </a:p>
          <a:p>
            <a:pPr lvl="1" eaLnBrk="1" latinLnBrk="0" hangingPunct="1"/>
            <a:r>
              <a:rPr kumimoji="0" lang="it-IT" smtClean="0"/>
              <a:t>Secondo livello</a:t>
            </a:r>
          </a:p>
          <a:p>
            <a:pPr lvl="2" eaLnBrk="1" latinLnBrk="0" hangingPunct="1"/>
            <a:r>
              <a:rPr kumimoji="0" lang="it-IT" smtClean="0"/>
              <a:t>Terzo livello</a:t>
            </a:r>
          </a:p>
          <a:p>
            <a:pPr lvl="3" eaLnBrk="1" latinLnBrk="0" hangingPunct="1"/>
            <a:r>
              <a:rPr kumimoji="0" lang="it-IT" smtClean="0"/>
              <a:t>Quarto livello</a:t>
            </a:r>
          </a:p>
          <a:p>
            <a:pPr lvl="4" eaLnBrk="1" latinLnBrk="0" hangingPunct="1"/>
            <a:r>
              <a:rPr kumimoji="0" lang="it-IT" smtClean="0"/>
              <a:t>Quinto livello</a:t>
            </a:r>
            <a:endParaRPr kumimoji="0" lang="en-US"/>
          </a:p>
        </p:txBody>
      </p:sp>
      <p:sp>
        <p:nvSpPr>
          <p:cNvPr id="10" name="Segnaposto data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35578029-FDC0-4B50-9696-0DB0B2EDC4F2}" type="datetimeFigureOut">
              <a:rPr lang="it-IT" smtClean="0"/>
              <a:t>15/03/2026</a:t>
            </a:fld>
            <a:endParaRPr lang="it-IT"/>
          </a:p>
        </p:txBody>
      </p:sp>
      <p:sp>
        <p:nvSpPr>
          <p:cNvPr id="22" name="Segnaposto piè di pagina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it-IT"/>
          </a:p>
        </p:txBody>
      </p:sp>
      <p:sp>
        <p:nvSpPr>
          <p:cNvPr id="18" name="Segnaposto numero diapositiva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7368EDB4-620D-44DE-9566-A7CCC48454F1}" type="slidenum">
              <a:rPr lang="it-IT" smtClean="0"/>
              <a:t>‹N›</a:t>
            </a:fld>
            <a:endParaRPr lang="it-IT"/>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857224" y="214290"/>
            <a:ext cx="6480048" cy="2301240"/>
          </a:xfrm>
        </p:spPr>
        <p:txBody>
          <a:bodyPr>
            <a:normAutofit/>
          </a:bodyPr>
          <a:lstStyle/>
          <a:p>
            <a:pPr algn="ctr"/>
            <a:r>
              <a:rPr lang="it-IT" dirty="0" smtClean="0"/>
              <a:t>La regione</a:t>
            </a:r>
            <a:br>
              <a:rPr lang="it-IT" dirty="0" smtClean="0"/>
            </a:br>
            <a:r>
              <a:rPr lang="it-IT" dirty="0" smtClean="0"/>
              <a:t> </a:t>
            </a:r>
            <a:r>
              <a:rPr lang="it-IT" dirty="0" err="1" smtClean="0"/>
              <a:t>molise</a:t>
            </a:r>
            <a:endParaRPr lang="it-IT" dirty="0"/>
          </a:p>
        </p:txBody>
      </p:sp>
      <p:sp>
        <p:nvSpPr>
          <p:cNvPr id="3" name="Sottotitolo 2"/>
          <p:cNvSpPr>
            <a:spLocks noGrp="1"/>
          </p:cNvSpPr>
          <p:nvPr>
            <p:ph type="subTitle" idx="1"/>
          </p:nvPr>
        </p:nvSpPr>
        <p:spPr>
          <a:xfrm>
            <a:off x="1285852" y="3929066"/>
            <a:ext cx="6480048" cy="2786058"/>
          </a:xfrm>
        </p:spPr>
        <p:txBody>
          <a:bodyPr>
            <a:normAutofit fontScale="92500" lnSpcReduction="20000"/>
          </a:bodyPr>
          <a:lstStyle/>
          <a:p>
            <a:pPr algn="l"/>
            <a:r>
              <a:rPr lang="it-IT" sz="3200" dirty="0" smtClean="0"/>
              <a:t>Il Molise è una regione montuosa italiana con un tratto di costa che si affaccia sul Mar Adriatico. Include una parte del Parco nazionale d'Abruzzo nella Catena montuosa dell'Appennino, con una ricca fauna selvatica e sentieri</a:t>
            </a:r>
            <a:r>
              <a:rPr lang="it-IT" dirty="0" smtClean="0"/>
              <a:t>. </a:t>
            </a:r>
            <a:endParaRPr lang="it-IT" dirty="0"/>
          </a:p>
        </p:txBody>
      </p:sp>
      <p:pic>
        <p:nvPicPr>
          <p:cNvPr id="4" name="Immagine 3" descr="molise.jpeg"/>
          <p:cNvPicPr>
            <a:picLocks noChangeAspect="1"/>
          </p:cNvPicPr>
          <p:nvPr/>
        </p:nvPicPr>
        <p:blipFill>
          <a:blip r:embed="rId2"/>
          <a:stretch>
            <a:fillRect/>
          </a:stretch>
        </p:blipFill>
        <p:spPr>
          <a:xfrm>
            <a:off x="1714480" y="1857364"/>
            <a:ext cx="5000660" cy="21774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sz="half" idx="1"/>
          </p:nvPr>
        </p:nvSpPr>
        <p:spPr>
          <a:xfrm>
            <a:off x="5143504" y="4357694"/>
            <a:ext cx="3657600" cy="1928825"/>
          </a:xfrm>
        </p:spPr>
        <p:txBody>
          <a:bodyPr>
            <a:normAutofit/>
          </a:bodyPr>
          <a:lstStyle/>
          <a:p>
            <a:r>
              <a:rPr lang="it-IT" sz="3200" dirty="0" smtClean="0">
                <a:solidFill>
                  <a:schemeClr val="accent1"/>
                </a:solidFill>
              </a:rPr>
              <a:t>AGNONE</a:t>
            </a:r>
            <a:endParaRPr lang="it-IT" sz="3200" dirty="0">
              <a:solidFill>
                <a:schemeClr val="accent1"/>
              </a:solidFill>
            </a:endParaRPr>
          </a:p>
        </p:txBody>
      </p:sp>
      <p:sp>
        <p:nvSpPr>
          <p:cNvPr id="4" name="Segnaposto contenuto 3"/>
          <p:cNvSpPr>
            <a:spLocks noGrp="1"/>
          </p:cNvSpPr>
          <p:nvPr>
            <p:ph sz="half" idx="2"/>
          </p:nvPr>
        </p:nvSpPr>
        <p:spPr>
          <a:xfrm>
            <a:off x="5143504" y="1142984"/>
            <a:ext cx="3657600" cy="1928826"/>
          </a:xfrm>
        </p:spPr>
        <p:txBody>
          <a:bodyPr>
            <a:normAutofit/>
          </a:bodyPr>
          <a:lstStyle/>
          <a:p>
            <a:r>
              <a:rPr lang="it-IT" sz="3200" dirty="0" smtClean="0">
                <a:solidFill>
                  <a:schemeClr val="accent1"/>
                </a:solidFill>
              </a:rPr>
              <a:t>TERMOLI</a:t>
            </a:r>
            <a:endParaRPr lang="it-IT" sz="3200" dirty="0">
              <a:solidFill>
                <a:schemeClr val="accent1"/>
              </a:solidFill>
            </a:endParaRPr>
          </a:p>
        </p:txBody>
      </p:sp>
      <p:pic>
        <p:nvPicPr>
          <p:cNvPr id="8" name="Immagine 7" descr="download.jpeg"/>
          <p:cNvPicPr>
            <a:picLocks noChangeAspect="1"/>
          </p:cNvPicPr>
          <p:nvPr/>
        </p:nvPicPr>
        <p:blipFill>
          <a:blip r:embed="rId2"/>
          <a:stretch>
            <a:fillRect/>
          </a:stretch>
        </p:blipFill>
        <p:spPr>
          <a:xfrm>
            <a:off x="785786" y="3714752"/>
            <a:ext cx="4071966" cy="2143140"/>
          </a:xfrm>
          <a:prstGeom prst="rect">
            <a:avLst/>
          </a:prstGeom>
        </p:spPr>
      </p:pic>
      <p:pic>
        <p:nvPicPr>
          <p:cNvPr id="9" name="Immagine 8" descr="download (1).jpeg"/>
          <p:cNvPicPr>
            <a:picLocks noChangeAspect="1"/>
          </p:cNvPicPr>
          <p:nvPr/>
        </p:nvPicPr>
        <p:blipFill>
          <a:blip r:embed="rId3"/>
          <a:stretch>
            <a:fillRect/>
          </a:stretch>
        </p:blipFill>
        <p:spPr>
          <a:xfrm>
            <a:off x="785786" y="857232"/>
            <a:ext cx="4143404" cy="19288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5786446" y="928670"/>
            <a:ext cx="2428892" cy="1143000"/>
          </a:xfrm>
        </p:spPr>
        <p:txBody>
          <a:bodyPr/>
          <a:lstStyle/>
          <a:p>
            <a:r>
              <a:rPr lang="it-IT" dirty="0" smtClean="0">
                <a:solidFill>
                  <a:schemeClr val="accent1"/>
                </a:solidFill>
              </a:rPr>
              <a:t>FUSILLI</a:t>
            </a:r>
            <a:endParaRPr lang="it-IT" dirty="0">
              <a:solidFill>
                <a:schemeClr val="accent1"/>
              </a:solidFill>
            </a:endParaRPr>
          </a:p>
        </p:txBody>
      </p:sp>
      <p:sp>
        <p:nvSpPr>
          <p:cNvPr id="4" name="CasellaDiTesto 3"/>
          <p:cNvSpPr txBox="1"/>
          <p:nvPr/>
        </p:nvSpPr>
        <p:spPr>
          <a:xfrm>
            <a:off x="5643570" y="4429132"/>
            <a:ext cx="3071834" cy="646331"/>
          </a:xfrm>
          <a:prstGeom prst="rect">
            <a:avLst/>
          </a:prstGeom>
          <a:noFill/>
        </p:spPr>
        <p:txBody>
          <a:bodyPr wrap="square" rtlCol="0">
            <a:spAutoFit/>
          </a:bodyPr>
          <a:lstStyle/>
          <a:p>
            <a:r>
              <a:rPr lang="it-IT" sz="3600" dirty="0" smtClean="0">
                <a:solidFill>
                  <a:schemeClr val="accent1"/>
                </a:solidFill>
              </a:rPr>
              <a:t>MACCARONI</a:t>
            </a:r>
            <a:endParaRPr lang="it-IT" sz="3600" dirty="0">
              <a:solidFill>
                <a:schemeClr val="accent1"/>
              </a:solidFill>
            </a:endParaRPr>
          </a:p>
        </p:txBody>
      </p:sp>
      <p:pic>
        <p:nvPicPr>
          <p:cNvPr id="5" name="Immagine 4" descr="download (2).jpeg"/>
          <p:cNvPicPr>
            <a:picLocks noChangeAspect="1"/>
          </p:cNvPicPr>
          <p:nvPr/>
        </p:nvPicPr>
        <p:blipFill>
          <a:blip r:embed="rId2"/>
          <a:stretch>
            <a:fillRect/>
          </a:stretch>
        </p:blipFill>
        <p:spPr>
          <a:xfrm>
            <a:off x="642910" y="3571876"/>
            <a:ext cx="3857652" cy="2428892"/>
          </a:xfrm>
          <a:prstGeom prst="rect">
            <a:avLst/>
          </a:prstGeom>
        </p:spPr>
      </p:pic>
      <p:pic>
        <p:nvPicPr>
          <p:cNvPr id="6" name="Immagine 5" descr="download (3).jpeg"/>
          <p:cNvPicPr>
            <a:picLocks noChangeAspect="1"/>
          </p:cNvPicPr>
          <p:nvPr/>
        </p:nvPicPr>
        <p:blipFill>
          <a:blip r:embed="rId3"/>
          <a:stretch>
            <a:fillRect/>
          </a:stretch>
        </p:blipFill>
        <p:spPr>
          <a:xfrm>
            <a:off x="571472" y="500042"/>
            <a:ext cx="3929090" cy="22002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785786" y="714356"/>
            <a:ext cx="6629400" cy="1285884"/>
          </a:xfrm>
        </p:spPr>
        <p:txBody>
          <a:bodyPr>
            <a:normAutofit/>
          </a:bodyPr>
          <a:lstStyle/>
          <a:p>
            <a:r>
              <a:rPr lang="it-IT" sz="4800" dirty="0" smtClean="0"/>
              <a:t>ADA TROMBETTA</a:t>
            </a:r>
            <a:endParaRPr lang="it-IT" sz="4800" dirty="0"/>
          </a:p>
        </p:txBody>
      </p:sp>
      <p:sp>
        <p:nvSpPr>
          <p:cNvPr id="3" name="Segnaposto testo 2"/>
          <p:cNvSpPr>
            <a:spLocks noGrp="1"/>
          </p:cNvSpPr>
          <p:nvPr>
            <p:ph type="body" idx="1"/>
          </p:nvPr>
        </p:nvSpPr>
        <p:spPr>
          <a:xfrm>
            <a:off x="928662" y="1643050"/>
            <a:ext cx="7243786" cy="4500594"/>
          </a:xfrm>
        </p:spPr>
        <p:txBody>
          <a:bodyPr>
            <a:noAutofit/>
          </a:bodyPr>
          <a:lstStyle/>
          <a:p>
            <a:r>
              <a:rPr lang="it-IT" sz="3600" dirty="0" smtClean="0"/>
              <a:t>Ada Trombetta (1922–2014) è stata una </a:t>
            </a:r>
            <a:r>
              <a:rPr lang="it-IT" sz="3600" b="1" dirty="0" smtClean="0"/>
              <a:t>studiosa</a:t>
            </a:r>
            <a:r>
              <a:rPr lang="it-IT" sz="3600" dirty="0" smtClean="0"/>
              <a:t>, </a:t>
            </a:r>
            <a:r>
              <a:rPr lang="it-IT" sz="3600" b="1" dirty="0" smtClean="0"/>
              <a:t>scrittrice</a:t>
            </a:r>
            <a:r>
              <a:rPr lang="it-IT" sz="3600" dirty="0" smtClean="0"/>
              <a:t> e </a:t>
            </a:r>
            <a:r>
              <a:rPr lang="it-IT" sz="3600" b="1" dirty="0" smtClean="0"/>
              <a:t>dirigente scolastica</a:t>
            </a:r>
            <a:r>
              <a:rPr lang="it-IT" sz="3600" dirty="0" smtClean="0"/>
              <a:t> italiana, considerata una delle figure più autorevoli per la cultura e la storia del </a:t>
            </a:r>
            <a:r>
              <a:rPr lang="it-IT" sz="3600" b="1" dirty="0" smtClean="0"/>
              <a:t>Molise</a:t>
            </a:r>
            <a:r>
              <a:rPr lang="it-IT" sz="3600" dirty="0" smtClean="0"/>
              <a:t>. </a:t>
            </a:r>
            <a:r>
              <a:rPr lang="it-IT" sz="2400" dirty="0" smtClean="0"/>
              <a:t/>
            </a:r>
            <a:br>
              <a:rPr lang="it-IT" sz="2400" dirty="0" smtClean="0"/>
            </a:br>
            <a:endParaRPr lang="it-IT" sz="2400" dirty="0"/>
          </a:p>
        </p:txBody>
      </p:sp>
    </p:spTree>
  </p:cSld>
  <p:clrMapOvr>
    <a:masterClrMapping/>
  </p:clrMapOvr>
</p:sld>
</file>

<file path=ppt/theme/theme1.xml><?xml version="1.0" encoding="utf-8"?>
<a:theme xmlns:a="http://schemas.openxmlformats.org/drawingml/2006/main" name="Tecnologia">
  <a:themeElements>
    <a:clrScheme name="Tecnologia">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nologia">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nologia">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18</TotalTime>
  <Words>55</Words>
  <Application>Microsoft Office PowerPoint</Application>
  <PresentationFormat>Presentazione su schermo (4:3)</PresentationFormat>
  <Paragraphs>8</Paragraphs>
  <Slides>4</Slides>
  <Notes>0</Notes>
  <HiddenSlides>0</HiddenSlides>
  <MMClips>0</MMClips>
  <ScaleCrop>false</ScaleCrop>
  <HeadingPairs>
    <vt:vector size="4" baseType="variant">
      <vt:variant>
        <vt:lpstr>Tema</vt:lpstr>
      </vt:variant>
      <vt:variant>
        <vt:i4>1</vt:i4>
      </vt:variant>
      <vt:variant>
        <vt:lpstr>Titoli diapositive</vt:lpstr>
      </vt:variant>
      <vt:variant>
        <vt:i4>4</vt:i4>
      </vt:variant>
    </vt:vector>
  </HeadingPairs>
  <TitlesOfParts>
    <vt:vector size="5" baseType="lpstr">
      <vt:lpstr>Tecnologia</vt:lpstr>
      <vt:lpstr>La regione  molise</vt:lpstr>
      <vt:lpstr>Diapositiva 2</vt:lpstr>
      <vt:lpstr>FUSILLI</vt:lpstr>
      <vt:lpstr>ADA TROMBETTA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regione  molise</dc:title>
  <dc:creator>User</dc:creator>
  <cp:lastModifiedBy>User</cp:lastModifiedBy>
  <cp:revision>2</cp:revision>
  <dcterms:created xsi:type="dcterms:W3CDTF">2026-03-15T15:30:55Z</dcterms:created>
  <dcterms:modified xsi:type="dcterms:W3CDTF">2026-03-15T15:49:05Z</dcterms:modified>
</cp:coreProperties>
</file>