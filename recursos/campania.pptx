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ura a mano libera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igura a mano libera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olo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17" name="Sottotitolo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it-IT" smtClean="0"/>
              <a:t>Fare clic per modificare lo stile del sottotitolo dello schema</a:t>
            </a:r>
            <a:endParaRPr kumimoji="0" lang="en-US"/>
          </a:p>
        </p:txBody>
      </p:sp>
      <p:sp>
        <p:nvSpPr>
          <p:cNvPr id="30" name="Segnaposto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19" name="Segnaposto piè di pagina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7" name="Segnaposto numero diapositiva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gura a mano libera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igura a mano libera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8" name="Segnaposto numero diapositiva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  <p:sp>
        <p:nvSpPr>
          <p:cNvPr id="9" name="Segnaposto piè di pagina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it-IT" smtClean="0"/>
              <a:t>Fare clic sull'icona per inserire un'immagine</a:t>
            </a:r>
            <a:endParaRPr kumimoji="0" lang="en-US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igura a mano libera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igura a mano libera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egnaposto tito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0" name="Segnaposto testo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  <a:p>
            <a:pPr lvl="1" eaLnBrk="1" latinLnBrk="0" hangingPunct="1"/>
            <a:r>
              <a:rPr kumimoji="0" lang="it-IT" smtClean="0"/>
              <a:t>Secondo livello</a:t>
            </a:r>
          </a:p>
          <a:p>
            <a:pPr lvl="2" eaLnBrk="1" latinLnBrk="0" hangingPunct="1"/>
            <a:r>
              <a:rPr kumimoji="0" lang="it-IT" smtClean="0"/>
              <a:t>Terzo livello</a:t>
            </a:r>
          </a:p>
          <a:p>
            <a:pPr lvl="3" eaLnBrk="1" latinLnBrk="0" hangingPunct="1"/>
            <a:r>
              <a:rPr kumimoji="0" lang="it-IT" smtClean="0"/>
              <a:t>Quarto livello</a:t>
            </a:r>
          </a:p>
          <a:p>
            <a:pPr lvl="4" eaLnBrk="1" latinLnBrk="0" hangingPunct="1"/>
            <a:r>
              <a:rPr kumimoji="0" lang="it-IT" smtClean="0"/>
              <a:t>Quinto livello</a:t>
            </a:r>
            <a:endParaRPr kumimoji="0" lang="en-US"/>
          </a:p>
        </p:txBody>
      </p:sp>
      <p:sp>
        <p:nvSpPr>
          <p:cNvPr id="10" name="Segnaposto data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E0C9CF57-7E19-48A0-89C3-F05AF99287EE}" type="datetimeFigureOut">
              <a:rPr lang="it-IT" smtClean="0"/>
              <a:t>15/03/2026</a:t>
            </a:fld>
            <a:endParaRPr lang="it-IT"/>
          </a:p>
        </p:txBody>
      </p:sp>
      <p:sp>
        <p:nvSpPr>
          <p:cNvPr id="22" name="Segnaposto piè di pagina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8" name="Segnaposto numero diapositiva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B62EEA60-81A1-4729-8315-3B68FDEA1E33}" type="slidenum">
              <a:rPr lang="it-IT" smtClean="0"/>
              <a:t>‹N›</a:t>
            </a:fld>
            <a:endParaRPr lang="it-IT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285852" y="214290"/>
            <a:ext cx="6643734" cy="2301240"/>
          </a:xfrm>
        </p:spPr>
        <p:txBody>
          <a:bodyPr/>
          <a:lstStyle/>
          <a:p>
            <a:pPr algn="ctr"/>
            <a:r>
              <a:rPr lang="it-IT" dirty="0" smtClean="0">
                <a:solidFill>
                  <a:schemeClr val="accent1"/>
                </a:solidFill>
              </a:rPr>
              <a:t>La regione</a:t>
            </a:r>
            <a:br>
              <a:rPr lang="it-IT" dirty="0" smtClean="0">
                <a:solidFill>
                  <a:schemeClr val="accent1"/>
                </a:solidFill>
              </a:rPr>
            </a:br>
            <a:r>
              <a:rPr lang="it-IT" dirty="0" smtClean="0">
                <a:solidFill>
                  <a:schemeClr val="accent1"/>
                </a:solidFill>
              </a:rPr>
              <a:t>CAMPANIA</a:t>
            </a:r>
            <a:endParaRPr lang="it-IT" dirty="0">
              <a:solidFill>
                <a:schemeClr val="accent1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071538" y="4143380"/>
            <a:ext cx="6480048" cy="2714620"/>
          </a:xfrm>
        </p:spPr>
        <p:txBody>
          <a:bodyPr>
            <a:normAutofit fontScale="85000" lnSpcReduction="10000"/>
          </a:bodyPr>
          <a:lstStyle/>
          <a:p>
            <a:r>
              <a:rPr lang="it-IT" sz="2200" dirty="0" smtClean="0">
                <a:latin typeface="+mj-lt"/>
              </a:rPr>
              <a:t>La Campania è una regione del sud-ovest dell'Italia conosciuta per le rovine antiche e la spettacolare costiera. Napoli, il capoluogo di regione, è una città molto animata circondata da un ambiente naturale straordinario, con il famoso Monte Vesuvio grigio a forma di cono e le profonde acque blu del Golfo di Napoli. A sud, nella Costiera Amalfitana, si trovano cittadine colorate a tinte pastello come Positano, Amalfi e </a:t>
            </a:r>
            <a:r>
              <a:rPr lang="it-IT" sz="2200" dirty="0" err="1" smtClean="0">
                <a:latin typeface="+mj-lt"/>
              </a:rPr>
              <a:t>Ravello</a:t>
            </a:r>
            <a:r>
              <a:rPr lang="it-IT" sz="2200" dirty="0" smtClean="0">
                <a:latin typeface="+mj-lt"/>
              </a:rPr>
              <a:t>, incastonate tra le rocce e il </a:t>
            </a:r>
            <a:r>
              <a:rPr lang="it-IT" sz="2200" dirty="0" smtClean="0">
                <a:latin typeface="+mj-lt"/>
              </a:rPr>
              <a:t>mare</a:t>
            </a:r>
            <a:r>
              <a:rPr lang="it-IT" sz="2200" dirty="0" smtClean="0">
                <a:latin typeface="Berlin Sans FB Demi" pitchFamily="34" charset="0"/>
              </a:rPr>
              <a:t>.</a:t>
            </a:r>
            <a:r>
              <a:rPr lang="it-IT" sz="2200" dirty="0" smtClean="0">
                <a:latin typeface="Berlin Sans FB Demi" pitchFamily="34" charset="0"/>
              </a:rPr>
              <a:t> </a:t>
            </a:r>
          </a:p>
          <a:p>
            <a:r>
              <a:rPr lang="it-IT" dirty="0" smtClean="0"/>
              <a:t/>
            </a:r>
            <a:br>
              <a:rPr lang="it-IT" dirty="0" smtClean="0"/>
            </a:br>
            <a:endParaRPr lang="it-IT" dirty="0"/>
          </a:p>
        </p:txBody>
      </p:sp>
      <p:pic>
        <p:nvPicPr>
          <p:cNvPr id="4" name="Immagine 3" descr="Confini_Campania-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60" y="1857364"/>
            <a:ext cx="4572032" cy="1928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429256" y="857232"/>
            <a:ext cx="45720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smtClean="0">
                <a:solidFill>
                  <a:schemeClr val="accent1"/>
                </a:solidFill>
              </a:rPr>
              <a:t>COSTIERA  AMALFITANA</a:t>
            </a:r>
            <a:endParaRPr lang="it-IT" sz="3200" dirty="0">
              <a:solidFill>
                <a:schemeClr val="accent1"/>
              </a:solidFill>
            </a:endParaRPr>
          </a:p>
        </p:txBody>
      </p:sp>
      <p:pic>
        <p:nvPicPr>
          <p:cNvPr id="3" name="Immagine 2" descr="download (4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571480"/>
            <a:ext cx="4160549" cy="1857388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5643570" y="4286256"/>
            <a:ext cx="321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smtClean="0">
                <a:solidFill>
                  <a:schemeClr val="accent1"/>
                </a:solidFill>
              </a:rPr>
              <a:t>POMPEI</a:t>
            </a:r>
            <a:endParaRPr lang="it-IT" dirty="0">
              <a:solidFill>
                <a:schemeClr val="accent1"/>
              </a:solidFill>
            </a:endParaRPr>
          </a:p>
        </p:txBody>
      </p:sp>
      <p:pic>
        <p:nvPicPr>
          <p:cNvPr id="5" name="Immagine 4" descr="download (5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20" y="3357562"/>
            <a:ext cx="4492014" cy="2118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715008" y="4714884"/>
            <a:ext cx="3143272" cy="928694"/>
          </a:xfrm>
        </p:spPr>
        <p:txBody>
          <a:bodyPr>
            <a:normAutofit lnSpcReduction="10000"/>
          </a:bodyPr>
          <a:lstStyle/>
          <a:p>
            <a:pPr algn="ctr"/>
            <a:r>
              <a:rPr lang="it-IT" sz="3200" dirty="0" smtClean="0">
                <a:solidFill>
                  <a:schemeClr val="accent1"/>
                </a:solidFill>
              </a:rPr>
              <a:t>MOZZARELLA </a:t>
            </a:r>
            <a:r>
              <a:rPr lang="it-IT" sz="3200" dirty="0" err="1" smtClean="0">
                <a:solidFill>
                  <a:schemeClr val="accent1"/>
                </a:solidFill>
              </a:rPr>
              <a:t>DI</a:t>
            </a:r>
            <a:r>
              <a:rPr lang="it-IT" sz="3200" dirty="0" smtClean="0">
                <a:solidFill>
                  <a:schemeClr val="accent1"/>
                </a:solidFill>
              </a:rPr>
              <a:t> BUFALA</a:t>
            </a:r>
            <a:endParaRPr lang="it-IT" sz="3200" dirty="0">
              <a:solidFill>
                <a:schemeClr val="accent1"/>
              </a:solidFill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5786446" y="1285860"/>
            <a:ext cx="3152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 smtClean="0">
                <a:solidFill>
                  <a:schemeClr val="accent1"/>
                </a:solidFill>
              </a:rPr>
              <a:t>PIZZA NAPOLETANA</a:t>
            </a:r>
            <a:endParaRPr lang="it-IT" sz="3200" dirty="0">
              <a:solidFill>
                <a:schemeClr val="accent1"/>
              </a:solidFill>
            </a:endParaRPr>
          </a:p>
        </p:txBody>
      </p:sp>
      <p:pic>
        <p:nvPicPr>
          <p:cNvPr id="6" name="Immagine 5" descr="download (6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6" y="571480"/>
            <a:ext cx="3857652" cy="2165592"/>
          </a:xfrm>
          <a:prstGeom prst="rect">
            <a:avLst/>
          </a:prstGeom>
        </p:spPr>
      </p:pic>
      <p:pic>
        <p:nvPicPr>
          <p:cNvPr id="7" name="Immagine 6" descr="imag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76" y="3714752"/>
            <a:ext cx="3850760" cy="21364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85786" y="500042"/>
            <a:ext cx="6480048" cy="2301240"/>
          </a:xfrm>
        </p:spPr>
        <p:txBody>
          <a:bodyPr/>
          <a:lstStyle/>
          <a:p>
            <a:pPr algn="ctr"/>
            <a:r>
              <a:rPr lang="it-IT" dirty="0" smtClean="0"/>
              <a:t>Eleonora </a:t>
            </a:r>
            <a:r>
              <a:rPr lang="it-IT" dirty="0" err="1" smtClean="0"/>
              <a:t>pimentel</a:t>
            </a:r>
            <a:r>
              <a:rPr lang="it-IT" dirty="0" smtClean="0"/>
              <a:t> </a:t>
            </a:r>
            <a:r>
              <a:rPr lang="it-IT" dirty="0" err="1" smtClean="0"/>
              <a:t>fonseca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000100" y="2428868"/>
            <a:ext cx="6480048" cy="3857652"/>
          </a:xfrm>
        </p:spPr>
        <p:txBody>
          <a:bodyPr>
            <a:normAutofit/>
          </a:bodyPr>
          <a:lstStyle/>
          <a:p>
            <a:endParaRPr lang="it-IT" dirty="0" smtClean="0"/>
          </a:p>
          <a:p>
            <a:pPr algn="l"/>
            <a:r>
              <a:rPr lang="it-IT" sz="2400" dirty="0" smtClean="0">
                <a:latin typeface="+mj-lt"/>
              </a:rPr>
              <a:t>Eleonora </a:t>
            </a:r>
            <a:r>
              <a:rPr lang="it-IT" sz="2400" dirty="0" err="1" smtClean="0">
                <a:latin typeface="+mj-lt"/>
              </a:rPr>
              <a:t>Pimentel</a:t>
            </a:r>
            <a:r>
              <a:rPr lang="it-IT" sz="2400" dirty="0" smtClean="0">
                <a:latin typeface="+mj-lt"/>
              </a:rPr>
              <a:t> </a:t>
            </a:r>
            <a:r>
              <a:rPr lang="it-IT" sz="2400" dirty="0" smtClean="0">
                <a:latin typeface="+mj-lt"/>
              </a:rPr>
              <a:t>Fonseca (1752-1799) è stata una fondamentale intellettuale, poetessa e giornalista, eroina della Repubblica Napoletana del 1799. Fondatrice del giornale </a:t>
            </a:r>
            <a:r>
              <a:rPr lang="it-IT" sz="2400" i="1" dirty="0" smtClean="0">
                <a:latin typeface="+mj-lt"/>
              </a:rPr>
              <a:t>Il Monitore Napoletano</a:t>
            </a:r>
            <a:r>
              <a:rPr lang="it-IT" sz="2400" dirty="0" smtClean="0">
                <a:latin typeface="+mj-lt"/>
              </a:rPr>
              <a:t>, ha sostenuto ideali democratici illuministi, pagando con la vita la sua passione politica, venendo impiccata dai Borbone il 20 agosto 1799</a:t>
            </a:r>
            <a:r>
              <a:rPr lang="it-IT" sz="2400" dirty="0" smtClean="0">
                <a:latin typeface="+mj-lt"/>
              </a:rPr>
              <a:t>.</a:t>
            </a:r>
            <a:endParaRPr lang="it-IT" sz="2400" dirty="0" smtClean="0">
              <a:latin typeface="+mj-lt"/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nologia">
  <a:themeElements>
    <a:clrScheme name="Tecnologia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nologi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nologi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21</TotalTime>
  <Words>125</Words>
  <Application>Microsoft Office PowerPoint</Application>
  <PresentationFormat>Presentazione su schermo (4:3)</PresentationFormat>
  <Paragraphs>10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Tecnologia</vt:lpstr>
      <vt:lpstr>La regione CAMPANIA</vt:lpstr>
      <vt:lpstr>Diapositiva 2</vt:lpstr>
      <vt:lpstr>Diapositiva 3</vt:lpstr>
      <vt:lpstr>Eleonora pimentel fonseca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regione CAMPANIA</dc:title>
  <dc:creator>User</dc:creator>
  <cp:lastModifiedBy>User</cp:lastModifiedBy>
  <cp:revision>3</cp:revision>
  <dcterms:created xsi:type="dcterms:W3CDTF">2026-03-15T15:55:20Z</dcterms:created>
  <dcterms:modified xsi:type="dcterms:W3CDTF">2026-03-15T16:16:37Z</dcterms:modified>
</cp:coreProperties>
</file>